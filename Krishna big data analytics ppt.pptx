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Urbanist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93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24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58560" y="946269"/>
            <a:ext cx="11601450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Big Data Analytics for Public Transport Optimization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973035" y="2873222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Transforming Raw Data into Actionable Insights with </a:t>
            </a:r>
            <a:r>
              <a:rPr lang="en-US" sz="21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PySpark</a:t>
            </a:r>
            <a:r>
              <a:rPr lang="en-US" sz="21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Databricks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803887-7351-BDFD-E897-BCB6A4C9D106}"/>
              </a:ext>
            </a:extLst>
          </p:cNvPr>
          <p:cNvSpPr txBox="1"/>
          <p:nvPr/>
        </p:nvSpPr>
        <p:spPr>
          <a:xfrm>
            <a:off x="4789714" y="5040086"/>
            <a:ext cx="5366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BHUKYA BALAKRISHNA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ROLLL NO 24MBMB38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939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52587"/>
            <a:ext cx="5286375" cy="43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1600200"/>
            <a:ext cx="5286375" cy="4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043112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Data Sources &amp; Tech Stack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259556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Sources: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44815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Tech Stack: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2043112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Medallion Architecture (ETL)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259556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multi-layered approach ensures data quality and performance.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62050" y="30908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00150" y="3090862"/>
            <a:ext cx="4267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VLD (GPS): 800+ records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162050" y="35385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00150" y="3538537"/>
            <a:ext cx="4267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ETM (Ticketing): 900+ records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162050" y="39862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200150" y="3986212"/>
            <a:ext cx="4267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Feedback (Text): 500+ records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162050" y="49768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200150" y="497681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Databricks,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PySpark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Spark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MLlib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6772275" y="3395662"/>
            <a:ext cx="238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🥉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105650" y="3395662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Bronze: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Raw, immutable ingestion of CSVs into Delta Lake.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72275" y="4148137"/>
            <a:ext cx="238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🥈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105650" y="4148136"/>
            <a:ext cx="434959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Silver: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Cleaned, typed, and enriched data. GPS outliers removed and features engineered.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6772275" y="5177079"/>
            <a:ext cx="3333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🥇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7105650" y="5066822"/>
            <a:ext cx="43719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Gold: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Business-level aggregates for financial analysis and root cause reporting.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Data &amp;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939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0822" y="-428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104775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Use Case 1: Unpredictable Timings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1600199"/>
            <a:ext cx="10248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Insight: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Correlation analysis (-0.12) proved delays are traffic-driven, not caused by passenger loading times.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098594"/>
            <a:ext cx="94651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Hotspots: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Identified high-delay segments like Route R5A at 21:00.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606879" y="2646402"/>
            <a:ext cx="90950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Built a Random Forest ML model to predict ETA delays proactively.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549729" y="3424713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Use Case 2: Inefficient Routes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4077295"/>
            <a:ext cx="11723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Insight: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Uncovered a "Capacity Gap"—severe overcrowding (&gt;106% load) at peak hours and underutilization (&lt;30 passengers) off-peak.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549729" y="4737259"/>
            <a:ext cx="109673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Recommended reallocating buses from off-peak to peak times to balance fleet efficiency.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2095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 Cases: Optimizing Operations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939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0349"/>
            <a:ext cx="3429000" cy="348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05025"/>
            <a:ext cx="3429000" cy="348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05025"/>
            <a:ext cx="3429000" cy="348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55833" y="3114675"/>
            <a:ext cx="266033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Use Case 3: Low Awareness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3752850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NLP on complaints showed issues are with the GPS data feed (tracker/ETA), not the app UI. Identified a 31% 'NER Blind Spot' in unlinked feedback.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035867" y="3114675"/>
            <a:ext cx="21202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Use Case 4: Root Cause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4676775" y="375285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Linked subjective delay complaints to actual GPS logs. Found staff complaints correlated with high-stress traffic hours. Built an automated triage system.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8465820" y="3114675"/>
            <a:ext cx="288036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Use Case 5: Financial feasibility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486775" y="3752850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Measured the financial drain from lost labor/fuel costs (severe delays) and wasted resources (trips running at &lt;50% capacity).</a:t>
            </a:r>
            <a:endParaRPr dirty="0"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4193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4193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63125" y="2419350"/>
            <a:ext cx="285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 Cases: Customer &amp; Financial Impact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939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2857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2090057" y="1439317"/>
            <a:ext cx="8145235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This project moves our capability from descriptive analytics to predictive and prescriptive analytics.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903514" y="4068859"/>
            <a:ext cx="10763250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 opportunity cost baseline was established. The optimized schedules and ML model directly reduce this cost, improve efficiency, and build passenge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rs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1581150" y="2726233"/>
            <a:ext cx="2762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0334625" y="4265111"/>
            <a:ext cx="2762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Conclusion &amp; Strategic Impact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BD71B-2DD5-6EC2-E965-8C1C27034570}"/>
              </a:ext>
            </a:extLst>
          </p:cNvPr>
          <p:cNvSpPr txBox="1"/>
          <p:nvPr/>
        </p:nvSpPr>
        <p:spPr>
          <a:xfrm>
            <a:off x="7796893" y="4893414"/>
            <a:ext cx="38698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Financial feasibility : </a:t>
            </a:r>
          </a:p>
          <a:p>
            <a:r>
              <a:rPr lang="en-US" dirty="0">
                <a:solidFill>
                  <a:schemeClr val="bg1"/>
                </a:solidFill>
              </a:rPr>
              <a:t>Opportunity Cost:</a:t>
            </a:r>
          </a:p>
          <a:p>
            <a:r>
              <a:rPr lang="en-US" dirty="0">
                <a:solidFill>
                  <a:schemeClr val="bg1"/>
                </a:solidFill>
              </a:rPr>
              <a:t>- Measured lost time &amp; fuel costs.</a:t>
            </a:r>
          </a:p>
          <a:p>
            <a:r>
              <a:rPr lang="en-US" dirty="0">
                <a:solidFill>
                  <a:schemeClr val="bg1"/>
                </a:solidFill>
              </a:rPr>
              <a:t>- Identified waste in &lt;50% capacity trips.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Strategic Impact:</a:t>
            </a:r>
          </a:p>
          <a:p>
            <a:r>
              <a:rPr lang="en-US" dirty="0">
                <a:solidFill>
                  <a:schemeClr val="bg1"/>
                </a:solidFill>
              </a:rPr>
              <a:t>- Opportunity cost baseline created.</a:t>
            </a:r>
          </a:p>
          <a:p>
            <a:r>
              <a:rPr lang="en-US" dirty="0">
                <a:solidFill>
                  <a:schemeClr val="bg1"/>
                </a:solidFill>
              </a:rPr>
              <a:t>- Optimized schedules reduce wasted cost.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939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295275" y="2594669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422</Words>
  <Application>Microsoft Office PowerPoint</Application>
  <PresentationFormat>Widescreen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Medida Goutham Dev Narayan Malya</cp:lastModifiedBy>
  <cp:revision>4</cp:revision>
  <dcterms:modified xsi:type="dcterms:W3CDTF">2025-11-19T17:57:49Z</dcterms:modified>
</cp:coreProperties>
</file>